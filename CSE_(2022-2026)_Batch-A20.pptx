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67" r:id="rId2"/>
    <p:sldId id="268" r:id="rId3"/>
    <p:sldId id="275" r:id="rId4"/>
    <p:sldId id="276" r:id="rId5"/>
    <p:sldId id="277" r:id="rId6"/>
    <p:sldId id="278" r:id="rId7"/>
    <p:sldId id="279" r:id="rId8"/>
    <p:sldId id="280" r:id="rId9"/>
    <p:sldId id="281" r:id="rId10"/>
    <p:sldId id="282" r:id="rId11"/>
    <p:sldId id="28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418C1C-C367-47AA-B23C-463F856A672A}" v="15" dt="2025-12-05T05:09:52.3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6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laji Gudur" userId="261ce6d4b553c5ea" providerId="LiveId" clId="{1D5F1193-D329-48B0-984A-7178A532DAC2}"/>
    <pc:docChg chg="undo custSel addSld delSld modSld">
      <pc:chgData name="Balaji Gudur" userId="261ce6d4b553c5ea" providerId="LiveId" clId="{1D5F1193-D329-48B0-984A-7178A532DAC2}" dt="2025-12-05T05:10:40.472" v="364" actId="123"/>
      <pc:docMkLst>
        <pc:docMk/>
      </pc:docMkLst>
      <pc:sldChg chg="addSp delSp modSp del mod">
        <pc:chgData name="Balaji Gudur" userId="261ce6d4b553c5ea" providerId="LiveId" clId="{1D5F1193-D329-48B0-984A-7178A532DAC2}" dt="2025-12-04T16:30:46.600" v="27" actId="47"/>
        <pc:sldMkLst>
          <pc:docMk/>
          <pc:sldMk cId="0" sldId="265"/>
        </pc:sldMkLst>
        <pc:spChg chg="del mod">
          <ac:chgData name="Balaji Gudur" userId="261ce6d4b553c5ea" providerId="LiveId" clId="{1D5F1193-D329-48B0-984A-7178A532DAC2}" dt="2025-12-04T16:29:22.625" v="23" actId="478"/>
          <ac:spMkLst>
            <pc:docMk/>
            <pc:sldMk cId="0" sldId="265"/>
            <ac:spMk id="10" creationId="{00000000-0000-0000-0000-000000000000}"/>
          </ac:spMkLst>
        </pc:spChg>
        <pc:spChg chg="del">
          <ac:chgData name="Balaji Gudur" userId="261ce6d4b553c5ea" providerId="LiveId" clId="{1D5F1193-D329-48B0-984A-7178A532DAC2}" dt="2025-12-04T16:29:27.261" v="24" actId="478"/>
          <ac:spMkLst>
            <pc:docMk/>
            <pc:sldMk cId="0" sldId="265"/>
            <ac:spMk id="11" creationId="{00000000-0000-0000-0000-000000000000}"/>
          </ac:spMkLst>
        </pc:spChg>
        <pc:spChg chg="del">
          <ac:chgData name="Balaji Gudur" userId="261ce6d4b553c5ea" providerId="LiveId" clId="{1D5F1193-D329-48B0-984A-7178A532DAC2}" dt="2025-12-04T16:29:27.261" v="24" actId="478"/>
          <ac:spMkLst>
            <pc:docMk/>
            <pc:sldMk cId="0" sldId="265"/>
            <ac:spMk id="12" creationId="{00000000-0000-0000-0000-000000000000}"/>
          </ac:spMkLst>
        </pc:spChg>
        <pc:spChg chg="del mod">
          <ac:chgData name="Balaji Gudur" userId="261ce6d4b553c5ea" providerId="LiveId" clId="{1D5F1193-D329-48B0-984A-7178A532DAC2}" dt="2025-12-04T16:29:13.468" v="20" actId="478"/>
          <ac:spMkLst>
            <pc:docMk/>
            <pc:sldMk cId="0" sldId="265"/>
            <ac:spMk id="13" creationId="{00000000-0000-0000-0000-000000000000}"/>
          </ac:spMkLst>
        </pc:spChg>
        <pc:spChg chg="add mod">
          <ac:chgData name="Balaji Gudur" userId="261ce6d4b553c5ea" providerId="LiveId" clId="{1D5F1193-D329-48B0-984A-7178A532DAC2}" dt="2025-12-04T16:28:47.622" v="17"/>
          <ac:spMkLst>
            <pc:docMk/>
            <pc:sldMk cId="0" sldId="265"/>
            <ac:spMk id="14" creationId="{EED1B333-6901-A729-C21B-6AB6373418B7}"/>
          </ac:spMkLst>
        </pc:spChg>
        <pc:spChg chg="add mod">
          <ac:chgData name="Balaji Gudur" userId="261ce6d4b553c5ea" providerId="LiveId" clId="{1D5F1193-D329-48B0-984A-7178A532DAC2}" dt="2025-12-04T16:28:47.622" v="17"/>
          <ac:spMkLst>
            <pc:docMk/>
            <pc:sldMk cId="0" sldId="265"/>
            <ac:spMk id="16" creationId="{681E1124-8831-34CA-35AA-B5F0D465F95F}"/>
          </ac:spMkLst>
        </pc:spChg>
        <pc:spChg chg="add mod">
          <ac:chgData name="Balaji Gudur" userId="261ce6d4b553c5ea" providerId="LiveId" clId="{1D5F1193-D329-48B0-984A-7178A532DAC2}" dt="2025-12-04T16:28:47.622" v="17"/>
          <ac:spMkLst>
            <pc:docMk/>
            <pc:sldMk cId="0" sldId="265"/>
            <ac:spMk id="17" creationId="{4AC9B162-472D-4079-B679-92222A3F9B75}"/>
          </ac:spMkLst>
        </pc:spChg>
        <pc:spChg chg="add mod">
          <ac:chgData name="Balaji Gudur" userId="261ce6d4b553c5ea" providerId="LiveId" clId="{1D5F1193-D329-48B0-984A-7178A532DAC2}" dt="2025-12-04T16:28:47.622" v="17"/>
          <ac:spMkLst>
            <pc:docMk/>
            <pc:sldMk cId="0" sldId="265"/>
            <ac:spMk id="18" creationId="{B14F640F-6217-F0DD-273E-9AB8C78BFAE1}"/>
          </ac:spMkLst>
        </pc:spChg>
        <pc:spChg chg="add mod">
          <ac:chgData name="Balaji Gudur" userId="261ce6d4b553c5ea" providerId="LiveId" clId="{1D5F1193-D329-48B0-984A-7178A532DAC2}" dt="2025-12-04T16:28:58.504" v="18"/>
          <ac:spMkLst>
            <pc:docMk/>
            <pc:sldMk cId="0" sldId="265"/>
            <ac:spMk id="19" creationId="{45CC1269-7C9D-9905-3942-FB10399EF952}"/>
          </ac:spMkLst>
        </pc:spChg>
        <pc:spChg chg="add mod">
          <ac:chgData name="Balaji Gudur" userId="261ce6d4b553c5ea" providerId="LiveId" clId="{1D5F1193-D329-48B0-984A-7178A532DAC2}" dt="2025-12-04T16:28:58.504" v="18"/>
          <ac:spMkLst>
            <pc:docMk/>
            <pc:sldMk cId="0" sldId="265"/>
            <ac:spMk id="20" creationId="{00C5F885-D4C1-1AF7-9D06-9700568E7729}"/>
          </ac:spMkLst>
        </pc:spChg>
        <pc:spChg chg="add mod">
          <ac:chgData name="Balaji Gudur" userId="261ce6d4b553c5ea" providerId="LiveId" clId="{1D5F1193-D329-48B0-984A-7178A532DAC2}" dt="2025-12-04T16:28:58.504" v="18"/>
          <ac:spMkLst>
            <pc:docMk/>
            <pc:sldMk cId="0" sldId="265"/>
            <ac:spMk id="21" creationId="{A2FBD16E-958E-A41B-EE87-78D8A6B0F5CE}"/>
          </ac:spMkLst>
        </pc:spChg>
        <pc:spChg chg="add mod">
          <ac:chgData name="Balaji Gudur" userId="261ce6d4b553c5ea" providerId="LiveId" clId="{1D5F1193-D329-48B0-984A-7178A532DAC2}" dt="2025-12-04T16:28:58.504" v="18"/>
          <ac:spMkLst>
            <pc:docMk/>
            <pc:sldMk cId="0" sldId="265"/>
            <ac:spMk id="22" creationId="{AE6479B3-8BD9-BA1A-A91E-6E827F8178DD}"/>
          </ac:spMkLst>
        </pc:spChg>
      </pc:sldChg>
      <pc:sldChg chg="modSp del">
        <pc:chgData name="Balaji Gudur" userId="261ce6d4b553c5ea" providerId="LiveId" clId="{1D5F1193-D329-48B0-984A-7178A532DAC2}" dt="2025-12-04T17:08:26.147" v="285" actId="47"/>
        <pc:sldMkLst>
          <pc:docMk/>
          <pc:sldMk cId="0" sldId="266"/>
        </pc:sldMkLst>
        <pc:spChg chg="mod">
          <ac:chgData name="Balaji Gudur" userId="261ce6d4b553c5ea" providerId="LiveId" clId="{1D5F1193-D329-48B0-984A-7178A532DAC2}" dt="2025-12-04T17:06:49.969" v="266"/>
          <ac:spMkLst>
            <pc:docMk/>
            <pc:sldMk cId="0" sldId="266"/>
            <ac:spMk id="3" creationId="{00000000-0000-0000-0000-000000000000}"/>
          </ac:spMkLst>
        </pc:spChg>
      </pc:sldChg>
      <pc:sldChg chg="addSp delSp modSp mod">
        <pc:chgData name="Balaji Gudur" userId="261ce6d4b553c5ea" providerId="LiveId" clId="{1D5F1193-D329-48B0-984A-7178A532DAC2}" dt="2025-12-05T05:09:52.353" v="363"/>
        <pc:sldMkLst>
          <pc:docMk/>
          <pc:sldMk cId="0" sldId="267"/>
        </pc:sldMkLst>
        <pc:spChg chg="add mod">
          <ac:chgData name="Balaji Gudur" userId="261ce6d4b553c5ea" providerId="LiveId" clId="{1D5F1193-D329-48B0-984A-7178A532DAC2}" dt="2025-12-04T16:27:41.202" v="0"/>
          <ac:spMkLst>
            <pc:docMk/>
            <pc:sldMk cId="0" sldId="267"/>
            <ac:spMk id="2" creationId="{D429619D-09F3-780E-7EEA-965AFCB0ACC9}"/>
          </ac:spMkLst>
        </pc:spChg>
        <pc:spChg chg="add mod">
          <ac:chgData name="Balaji Gudur" userId="261ce6d4b553c5ea" providerId="LiveId" clId="{1D5F1193-D329-48B0-984A-7178A532DAC2}" dt="2025-12-04T16:27:41.202" v="0"/>
          <ac:spMkLst>
            <pc:docMk/>
            <pc:sldMk cId="0" sldId="267"/>
            <ac:spMk id="3" creationId="{238A0E17-78D6-9D47-0A57-AC3BB2A79621}"/>
          </ac:spMkLst>
        </pc:spChg>
        <pc:spChg chg="mod">
          <ac:chgData name="Balaji Gudur" userId="261ce6d4b553c5ea" providerId="LiveId" clId="{1D5F1193-D329-48B0-984A-7178A532DAC2}" dt="2025-12-04T16:57:42.137" v="224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Balaji Gudur" userId="261ce6d4b553c5ea" providerId="LiveId" clId="{1D5F1193-D329-48B0-984A-7178A532DAC2}" dt="2025-12-05T05:09:52.353" v="363"/>
          <ac:spMkLst>
            <pc:docMk/>
            <pc:sldMk cId="0" sldId="267"/>
            <ac:spMk id="7" creationId="{00000000-0000-0000-0000-000000000000}"/>
          </ac:spMkLst>
        </pc:spChg>
        <pc:spChg chg="mod">
          <ac:chgData name="Balaji Gudur" userId="261ce6d4b553c5ea" providerId="LiveId" clId="{1D5F1193-D329-48B0-984A-7178A532DAC2}" dt="2025-12-04T16:57:35.107" v="223" actId="14100"/>
          <ac:spMkLst>
            <pc:docMk/>
            <pc:sldMk cId="0" sldId="267"/>
            <ac:spMk id="10" creationId="{2A4AC06D-6433-FF01-E60C-C84BD2364478}"/>
          </ac:spMkLst>
        </pc:spChg>
        <pc:spChg chg="add mod">
          <ac:chgData name="Balaji Gudur" userId="261ce6d4b553c5ea" providerId="LiveId" clId="{1D5F1193-D329-48B0-984A-7178A532DAC2}" dt="2025-12-04T16:27:41.202" v="0"/>
          <ac:spMkLst>
            <pc:docMk/>
            <pc:sldMk cId="0" sldId="267"/>
            <ac:spMk id="11" creationId="{83CBBB32-3F20-C4EA-1271-34796C33DD57}"/>
          </ac:spMkLst>
        </pc:spChg>
        <pc:spChg chg="add mod">
          <ac:chgData name="Balaji Gudur" userId="261ce6d4b553c5ea" providerId="LiveId" clId="{1D5F1193-D329-48B0-984A-7178A532DAC2}" dt="2025-12-04T16:27:41.202" v="0"/>
          <ac:spMkLst>
            <pc:docMk/>
            <pc:sldMk cId="0" sldId="267"/>
            <ac:spMk id="12" creationId="{56C90BAD-7E49-D965-05FA-251CB0D61B49}"/>
          </ac:spMkLst>
        </pc:spChg>
        <pc:picChg chg="del">
          <ac:chgData name="Balaji Gudur" userId="261ce6d4b553c5ea" providerId="LiveId" clId="{1D5F1193-D329-48B0-984A-7178A532DAC2}" dt="2025-12-04T16:58:05.524" v="226" actId="478"/>
          <ac:picMkLst>
            <pc:docMk/>
            <pc:sldMk cId="0" sldId="267"/>
            <ac:picMk id="5" creationId="{00000000-0000-0000-0000-000000000000}"/>
          </ac:picMkLst>
        </pc:picChg>
        <pc:picChg chg="add mod">
          <ac:chgData name="Balaji Gudur" userId="261ce6d4b553c5ea" providerId="LiveId" clId="{1D5F1193-D329-48B0-984A-7178A532DAC2}" dt="2025-12-04T16:58:09.337" v="227" actId="1076"/>
          <ac:picMkLst>
            <pc:docMk/>
            <pc:sldMk cId="0" sldId="267"/>
            <ac:picMk id="15" creationId="{F89990DA-855B-1435-A1A6-464A24537A81}"/>
          </ac:picMkLst>
        </pc:picChg>
      </pc:sldChg>
      <pc:sldChg chg="modSp mod">
        <pc:chgData name="Balaji Gudur" userId="261ce6d4b553c5ea" providerId="LiveId" clId="{1D5F1193-D329-48B0-984A-7178A532DAC2}" dt="2025-12-05T05:09:16.996" v="352" actId="20577"/>
        <pc:sldMkLst>
          <pc:docMk/>
          <pc:sldMk cId="2216668738" sldId="268"/>
        </pc:sldMkLst>
        <pc:spChg chg="mod">
          <ac:chgData name="Balaji Gudur" userId="261ce6d4b553c5ea" providerId="LiveId" clId="{1D5F1193-D329-48B0-984A-7178A532DAC2}" dt="2025-12-05T05:09:16.996" v="352" actId="20577"/>
          <ac:spMkLst>
            <pc:docMk/>
            <pc:sldMk cId="2216668738" sldId="268"/>
            <ac:spMk id="21" creationId="{75AD3071-C62A-A5E3-BE52-8F1D1C680D6F}"/>
          </ac:spMkLst>
        </pc:spChg>
      </pc:sldChg>
      <pc:sldChg chg="modSp mod">
        <pc:chgData name="Balaji Gudur" userId="261ce6d4b553c5ea" providerId="LiveId" clId="{1D5F1193-D329-48B0-984A-7178A532DAC2}" dt="2025-12-04T16:36:01.243" v="155" actId="20577"/>
        <pc:sldMkLst>
          <pc:docMk/>
          <pc:sldMk cId="4109710260" sldId="275"/>
        </pc:sldMkLst>
        <pc:spChg chg="mod">
          <ac:chgData name="Balaji Gudur" userId="261ce6d4b553c5ea" providerId="LiveId" clId="{1D5F1193-D329-48B0-984A-7178A532DAC2}" dt="2025-12-04T16:36:01.243" v="155" actId="20577"/>
          <ac:spMkLst>
            <pc:docMk/>
            <pc:sldMk cId="4109710260" sldId="275"/>
            <ac:spMk id="21" creationId="{68DC9E73-0520-4EAB-9A28-693E055BF638}"/>
          </ac:spMkLst>
        </pc:spChg>
      </pc:sldChg>
      <pc:sldChg chg="modSp mod">
        <pc:chgData name="Balaji Gudur" userId="261ce6d4b553c5ea" providerId="LiveId" clId="{1D5F1193-D329-48B0-984A-7178A532DAC2}" dt="2025-12-04T16:35:45.399" v="151" actId="20577"/>
        <pc:sldMkLst>
          <pc:docMk/>
          <pc:sldMk cId="1508854391" sldId="276"/>
        </pc:sldMkLst>
        <pc:spChg chg="mod">
          <ac:chgData name="Balaji Gudur" userId="261ce6d4b553c5ea" providerId="LiveId" clId="{1D5F1193-D329-48B0-984A-7178A532DAC2}" dt="2025-12-04T16:27:51.887" v="2" actId="20577"/>
          <ac:spMkLst>
            <pc:docMk/>
            <pc:sldMk cId="1508854391" sldId="276"/>
            <ac:spMk id="15" creationId="{9B5D450F-79CA-B5DB-9760-3C26E2548017}"/>
          </ac:spMkLst>
        </pc:spChg>
        <pc:spChg chg="mod">
          <ac:chgData name="Balaji Gudur" userId="261ce6d4b553c5ea" providerId="LiveId" clId="{1D5F1193-D329-48B0-984A-7178A532DAC2}" dt="2025-12-04T16:35:45.399" v="151" actId="20577"/>
          <ac:spMkLst>
            <pc:docMk/>
            <pc:sldMk cId="1508854391" sldId="276"/>
            <ac:spMk id="21" creationId="{66040105-609C-4A8C-F67F-A32087CC7439}"/>
          </ac:spMkLst>
        </pc:spChg>
      </pc:sldChg>
      <pc:sldChg chg="modSp mod">
        <pc:chgData name="Balaji Gudur" userId="261ce6d4b553c5ea" providerId="LiveId" clId="{1D5F1193-D329-48B0-984A-7178A532DAC2}" dt="2025-12-04T16:37:21.541" v="163" actId="20577"/>
        <pc:sldMkLst>
          <pc:docMk/>
          <pc:sldMk cId="1444609279" sldId="277"/>
        </pc:sldMkLst>
        <pc:spChg chg="mod">
          <ac:chgData name="Balaji Gudur" userId="261ce6d4b553c5ea" providerId="LiveId" clId="{1D5F1193-D329-48B0-984A-7178A532DAC2}" dt="2025-12-04T16:28:00.304" v="6" actId="20577"/>
          <ac:spMkLst>
            <pc:docMk/>
            <pc:sldMk cId="1444609279" sldId="277"/>
            <ac:spMk id="15" creationId="{411E0949-0F2C-0AEE-365D-FF86705CCF24}"/>
          </ac:spMkLst>
        </pc:spChg>
        <pc:spChg chg="mod">
          <ac:chgData name="Balaji Gudur" userId="261ce6d4b553c5ea" providerId="LiveId" clId="{1D5F1193-D329-48B0-984A-7178A532DAC2}" dt="2025-12-04T16:37:21.541" v="163" actId="20577"/>
          <ac:spMkLst>
            <pc:docMk/>
            <pc:sldMk cId="1444609279" sldId="277"/>
            <ac:spMk id="21" creationId="{55E75371-54F1-B9AA-D5D0-72497A1AF2FD}"/>
          </ac:spMkLst>
        </pc:spChg>
      </pc:sldChg>
      <pc:sldChg chg="addSp delSp modSp mod">
        <pc:chgData name="Balaji Gudur" userId="261ce6d4b553c5ea" providerId="LiveId" clId="{1D5F1193-D329-48B0-984A-7178A532DAC2}" dt="2025-12-04T16:37:41.299" v="164" actId="2710"/>
        <pc:sldMkLst>
          <pc:docMk/>
          <pc:sldMk cId="4038117491" sldId="278"/>
        </pc:sldMkLst>
        <pc:spChg chg="add del mod">
          <ac:chgData name="Balaji Gudur" userId="261ce6d4b553c5ea" providerId="LiveId" clId="{1D5F1193-D329-48B0-984A-7178A532DAC2}" dt="2025-12-04T16:28:14.332" v="10" actId="20577"/>
          <ac:spMkLst>
            <pc:docMk/>
            <pc:sldMk cId="4038117491" sldId="278"/>
            <ac:spMk id="15" creationId="{2771AF91-E96E-248F-207D-66225AF27749}"/>
          </ac:spMkLst>
        </pc:spChg>
        <pc:spChg chg="mod">
          <ac:chgData name="Balaji Gudur" userId="261ce6d4b553c5ea" providerId="LiveId" clId="{1D5F1193-D329-48B0-984A-7178A532DAC2}" dt="2025-12-04T16:37:41.299" v="164" actId="2710"/>
          <ac:spMkLst>
            <pc:docMk/>
            <pc:sldMk cId="4038117491" sldId="278"/>
            <ac:spMk id="21" creationId="{2067B121-B8E9-6046-1B67-FD6A46EC8E79}"/>
          </ac:spMkLst>
        </pc:spChg>
      </pc:sldChg>
      <pc:sldChg chg="modSp mod">
        <pc:chgData name="Balaji Gudur" userId="261ce6d4b553c5ea" providerId="LiveId" clId="{1D5F1193-D329-48B0-984A-7178A532DAC2}" dt="2025-12-04T16:28:22.433" v="12" actId="20577"/>
        <pc:sldMkLst>
          <pc:docMk/>
          <pc:sldMk cId="4160059530" sldId="279"/>
        </pc:sldMkLst>
        <pc:spChg chg="mod">
          <ac:chgData name="Balaji Gudur" userId="261ce6d4b553c5ea" providerId="LiveId" clId="{1D5F1193-D329-48B0-984A-7178A532DAC2}" dt="2025-12-04T16:28:22.433" v="12" actId="20577"/>
          <ac:spMkLst>
            <pc:docMk/>
            <pc:sldMk cId="4160059530" sldId="279"/>
            <ac:spMk id="15" creationId="{559C4461-D407-8AA3-1BE4-A036EEB7AF1C}"/>
          </ac:spMkLst>
        </pc:spChg>
      </pc:sldChg>
      <pc:sldChg chg="modSp mod">
        <pc:chgData name="Balaji Gudur" userId="261ce6d4b553c5ea" providerId="LiveId" clId="{1D5F1193-D329-48B0-984A-7178A532DAC2}" dt="2025-12-04T16:38:02.650" v="166" actId="2710"/>
        <pc:sldMkLst>
          <pc:docMk/>
          <pc:sldMk cId="206397882" sldId="280"/>
        </pc:sldMkLst>
        <pc:spChg chg="mod">
          <ac:chgData name="Balaji Gudur" userId="261ce6d4b553c5ea" providerId="LiveId" clId="{1D5F1193-D329-48B0-984A-7178A532DAC2}" dt="2025-12-04T16:28:26.859" v="14" actId="20577"/>
          <ac:spMkLst>
            <pc:docMk/>
            <pc:sldMk cId="206397882" sldId="280"/>
            <ac:spMk id="15" creationId="{9AF4F225-D6E0-E3BB-87D6-E15B1B56311C}"/>
          </ac:spMkLst>
        </pc:spChg>
        <pc:spChg chg="mod">
          <ac:chgData name="Balaji Gudur" userId="261ce6d4b553c5ea" providerId="LiveId" clId="{1D5F1193-D329-48B0-984A-7178A532DAC2}" dt="2025-12-04T16:38:02.650" v="166" actId="2710"/>
          <ac:spMkLst>
            <pc:docMk/>
            <pc:sldMk cId="206397882" sldId="280"/>
            <ac:spMk id="21" creationId="{4CFA32F6-60D9-1C23-976C-BAB5530FEC17}"/>
          </ac:spMkLst>
        </pc:spChg>
      </pc:sldChg>
      <pc:sldChg chg="modSp mod">
        <pc:chgData name="Balaji Gudur" userId="261ce6d4b553c5ea" providerId="LiveId" clId="{1D5F1193-D329-48B0-984A-7178A532DAC2}" dt="2025-12-05T05:10:40.472" v="364" actId="123"/>
        <pc:sldMkLst>
          <pc:docMk/>
          <pc:sldMk cId="3626315222" sldId="281"/>
        </pc:sldMkLst>
        <pc:spChg chg="mod">
          <ac:chgData name="Balaji Gudur" userId="261ce6d4b553c5ea" providerId="LiveId" clId="{1D5F1193-D329-48B0-984A-7178A532DAC2}" dt="2025-12-04T16:28:31.067" v="16" actId="20577"/>
          <ac:spMkLst>
            <pc:docMk/>
            <pc:sldMk cId="3626315222" sldId="281"/>
            <ac:spMk id="15" creationId="{99E3638A-F9E4-409C-27B4-56AAA5E73D15}"/>
          </ac:spMkLst>
        </pc:spChg>
        <pc:spChg chg="mod">
          <ac:chgData name="Balaji Gudur" userId="261ce6d4b553c5ea" providerId="LiveId" clId="{1D5F1193-D329-48B0-984A-7178A532DAC2}" dt="2025-12-05T05:10:40.472" v="364" actId="123"/>
          <ac:spMkLst>
            <pc:docMk/>
            <pc:sldMk cId="3626315222" sldId="281"/>
            <ac:spMk id="21" creationId="{3EBC29A4-8B96-9D8C-6038-387CC08F9A32}"/>
          </ac:spMkLst>
        </pc:spChg>
      </pc:sldChg>
      <pc:sldChg chg="addSp delSp modSp add mod">
        <pc:chgData name="Balaji Gudur" userId="261ce6d4b553c5ea" providerId="LiveId" clId="{1D5F1193-D329-48B0-984A-7178A532DAC2}" dt="2025-12-04T17:08:46.800" v="288" actId="1076"/>
        <pc:sldMkLst>
          <pc:docMk/>
          <pc:sldMk cId="3154369299" sldId="282"/>
        </pc:sldMkLst>
        <pc:spChg chg="mod">
          <ac:chgData name="Balaji Gudur" userId="261ce6d4b553c5ea" providerId="LiveId" clId="{1D5F1193-D329-48B0-984A-7178A532DAC2}" dt="2025-12-04T17:08:46.800" v="288" actId="1076"/>
          <ac:spMkLst>
            <pc:docMk/>
            <pc:sldMk cId="3154369299" sldId="282"/>
            <ac:spMk id="3" creationId="{34854437-9792-EA4E-9AD6-F2F2315A6258}"/>
          </ac:spMkLst>
        </pc:spChg>
        <pc:spChg chg="add mod">
          <ac:chgData name="Balaji Gudur" userId="261ce6d4b553c5ea" providerId="LiveId" clId="{1D5F1193-D329-48B0-984A-7178A532DAC2}" dt="2025-12-04T16:56:18.315" v="200"/>
          <ac:spMkLst>
            <pc:docMk/>
            <pc:sldMk cId="3154369299" sldId="282"/>
            <ac:spMk id="6" creationId="{50F36D9E-E122-3137-F3F1-A53A8008E353}"/>
          </ac:spMkLst>
        </pc:spChg>
        <pc:spChg chg="mod">
          <ac:chgData name="Balaji Gudur" userId="261ce6d4b553c5ea" providerId="LiveId" clId="{1D5F1193-D329-48B0-984A-7178A532DAC2}" dt="2025-12-04T16:31:28.419" v="128" actId="20577"/>
          <ac:spMkLst>
            <pc:docMk/>
            <pc:sldMk cId="3154369299" sldId="282"/>
            <ac:spMk id="15" creationId="{70D64F47-113C-4121-DD3E-C4CD7DDA3A9E}"/>
          </ac:spMkLst>
        </pc:spChg>
        <pc:spChg chg="mod">
          <ac:chgData name="Balaji Gudur" userId="261ce6d4b553c5ea" providerId="LiveId" clId="{1D5F1193-D329-48B0-984A-7178A532DAC2}" dt="2025-12-04T16:29:45.860" v="26"/>
          <ac:spMkLst>
            <pc:docMk/>
            <pc:sldMk cId="3154369299" sldId="282"/>
            <ac:spMk id="16" creationId="{94F206AD-AAE3-2069-A8D1-C46FD5F5E2D4}"/>
          </ac:spMkLst>
        </pc:spChg>
        <pc:spChg chg="del mod">
          <ac:chgData name="Balaji Gudur" userId="261ce6d4b553c5ea" providerId="LiveId" clId="{1D5F1193-D329-48B0-984A-7178A532DAC2}" dt="2025-12-04T16:48:50.991" v="177"/>
          <ac:spMkLst>
            <pc:docMk/>
            <pc:sldMk cId="3154369299" sldId="282"/>
            <ac:spMk id="21" creationId="{20757786-63CC-DDAA-B7B4-AE6E919EF431}"/>
          </ac:spMkLst>
        </pc:spChg>
        <pc:picChg chg="add mod">
          <ac:chgData name="Balaji Gudur" userId="261ce6d4b553c5ea" providerId="LiveId" clId="{1D5F1193-D329-48B0-984A-7178A532DAC2}" dt="2025-12-04T16:56:39.094" v="202" actId="1076"/>
          <ac:picMkLst>
            <pc:docMk/>
            <pc:sldMk cId="3154369299" sldId="282"/>
            <ac:picMk id="5" creationId="{10948A92-D8DD-7B7B-64A8-90EBAEF09C83}"/>
          </ac:picMkLst>
        </pc:picChg>
      </pc:sldChg>
      <pc:sldChg chg="addSp delSp modSp add mod">
        <pc:chgData name="Balaji Gudur" userId="261ce6d4b553c5ea" providerId="LiveId" clId="{1D5F1193-D329-48B0-984A-7178A532DAC2}" dt="2025-12-04T17:08:58.254" v="289" actId="1076"/>
        <pc:sldMkLst>
          <pc:docMk/>
          <pc:sldMk cId="2024550871" sldId="283"/>
        </pc:sldMkLst>
        <pc:spChg chg="del">
          <ac:chgData name="Balaji Gudur" userId="261ce6d4b553c5ea" providerId="LiveId" clId="{1D5F1193-D329-48B0-984A-7178A532DAC2}" dt="2025-12-04T17:08:23.447" v="284" actId="478"/>
          <ac:spMkLst>
            <pc:docMk/>
            <pc:sldMk cId="2024550871" sldId="283"/>
            <ac:spMk id="2" creationId="{40204932-5293-A855-34CB-43ACFD43AF30}"/>
          </ac:spMkLst>
        </pc:spChg>
        <pc:spChg chg="mod">
          <ac:chgData name="Balaji Gudur" userId="261ce6d4b553c5ea" providerId="LiveId" clId="{1D5F1193-D329-48B0-984A-7178A532DAC2}" dt="2025-12-04T17:08:58.254" v="289" actId="1076"/>
          <ac:spMkLst>
            <pc:docMk/>
            <pc:sldMk cId="2024550871" sldId="283"/>
            <ac:spMk id="3" creationId="{70E50AEE-E966-1F94-7850-89D668136DED}"/>
          </ac:spMkLst>
        </pc:spChg>
        <pc:spChg chg="del mod">
          <ac:chgData name="Balaji Gudur" userId="261ce6d4b553c5ea" providerId="LiveId" clId="{1D5F1193-D329-48B0-984A-7178A532DAC2}" dt="2025-12-04T17:07:29.400" v="273"/>
          <ac:spMkLst>
            <pc:docMk/>
            <pc:sldMk cId="2024550871" sldId="283"/>
            <ac:spMk id="6" creationId="{F2F114E0-6371-5B71-F509-9F44745D5A9E}"/>
          </ac:spMkLst>
        </pc:spChg>
        <pc:spChg chg="add mod">
          <ac:chgData name="Balaji Gudur" userId="261ce6d4b553c5ea" providerId="LiveId" clId="{1D5F1193-D329-48B0-984A-7178A532DAC2}" dt="2025-12-04T17:08:16.558" v="282" actId="1076"/>
          <ac:spMkLst>
            <pc:docMk/>
            <pc:sldMk cId="2024550871" sldId="283"/>
            <ac:spMk id="7" creationId="{D9A0E337-463E-EEBB-8E19-EB5E19143744}"/>
          </ac:spMkLst>
        </pc:spChg>
        <pc:spChg chg="mod">
          <ac:chgData name="Balaji Gudur" userId="261ce6d4b553c5ea" providerId="LiveId" clId="{1D5F1193-D329-48B0-984A-7178A532DAC2}" dt="2025-12-04T17:08:30.108" v="287" actId="20577"/>
          <ac:spMkLst>
            <pc:docMk/>
            <pc:sldMk cId="2024550871" sldId="283"/>
            <ac:spMk id="15" creationId="{E19066D6-9D2D-16B5-7B19-EF30037673FD}"/>
          </ac:spMkLst>
        </pc:spChg>
        <pc:spChg chg="del mod">
          <ac:chgData name="Balaji Gudur" userId="261ce6d4b553c5ea" providerId="LiveId" clId="{1D5F1193-D329-48B0-984A-7178A532DAC2}" dt="2025-12-04T17:08:21.722" v="283" actId="478"/>
          <ac:spMkLst>
            <pc:docMk/>
            <pc:sldMk cId="2024550871" sldId="283"/>
            <ac:spMk id="16" creationId="{6F6DA519-3BAD-6CCB-DD75-DC9F83C326E2}"/>
          </ac:spMkLst>
        </pc:spChg>
        <pc:picChg chg="del">
          <ac:chgData name="Balaji Gudur" userId="261ce6d4b553c5ea" providerId="LiveId" clId="{1D5F1193-D329-48B0-984A-7178A532DAC2}" dt="2025-12-04T17:07:24.834" v="270" actId="478"/>
          <ac:picMkLst>
            <pc:docMk/>
            <pc:sldMk cId="2024550871" sldId="283"/>
            <ac:picMk id="5" creationId="{D5F255F1-14B1-FD29-6403-3437903D8A9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4D1D45-6469-45A7-9D4E-05D7E019FAF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EC5B14-35BC-466B-8C06-66DBAD6F47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2099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EC5B14-35BC-466B-8C06-66DBAD6F47F3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531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1316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25A58-5BA8-87AA-2E81-0535A72F22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AF7E5B-BE92-5437-5B13-A7D5AD1D2A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F5F034-959C-A179-2985-6536152564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1FEC5C-F498-6384-92E6-D33CB3F090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0713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81ACE-FA5A-D2B9-F254-15FAC1806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42344-5C7C-31A9-89C1-68C90C2E45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D9EFA-6561-8161-AB32-755673041D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B3A229-3E2D-3835-14F5-F1E87CEBA5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84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9A9D27-B22B-BAC6-FAA0-D2B127B1B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164512-592D-070D-9EF6-37D95D552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8A90F9-305D-0E8D-F4EC-E0C06A84B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0DC10-FEC8-5B00-D15F-A8F84A365D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53842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3AB38-255B-148E-895A-D701DE1F6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A9D1E2-E319-0D46-0AAC-2AC0027810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489B73-03FF-D428-EF72-28A955051A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01CBCC-18A8-85E6-09CC-48A7706FDF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098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03375-60D9-28C1-53DC-D237B3C4D8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98884A-3801-9906-4669-94B04A63AD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067BEC-B0D1-8049-7990-43CED831A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C25515-26DB-1A09-7BF9-CCC086D66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446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790749-AF63-8644-83C0-B31B5750D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0F7FC5-EB23-9980-6FC7-CF1818F28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7BECC-94C8-3293-8C88-1D0B442EA3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C86CDD-C9B7-5F74-2CD1-F14090909C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822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111A1-A520-6692-8AC1-CDC7B86973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1998781-0784-8373-21DB-C5C195012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BE8905-08AD-438F-53A3-37CB8C43C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6CFDA5-D29B-387A-9E5A-1B66C39578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710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A5057-4A63-292D-33F8-7465440EBE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F62002E-BD9B-D7A2-A34B-165CCA573D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F50E99-7AD7-F62C-4FB4-35B9BB69C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398B3A-D72F-DE12-EF0A-67F2DEC714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89233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A02D7-03F8-8AC7-D1AC-F7EFB8C1B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122628-6229-EC41-5B49-EBA055D3C50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38A17F-5C2B-D585-4CA2-9ED854B4C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5FF443-4FD0-F4FA-51DA-F2CA2BA54F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8FC78BE-84F6-4F5F-974A-47A573FE285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528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F6F7E-009E-BFEB-C37A-2A9E516A09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C02FF5-9A92-4590-E2E2-33E7F47C5A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20DF9E-A7DD-B54B-A0E5-A59199D69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0E7A-691A-49A6-B1F0-D26B85CC67C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9522FE-8A63-70C2-0F76-3EC4F380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10ABB-CAC6-AD9E-CA16-FB6199953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5909-80DD-4F63-A607-40297820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171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F04597-D753-A1CA-05B9-5A5ADCE9F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A4807-4949-70BC-EFC5-B44418939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DF9EF5-B53B-B8F3-73B5-52A785B100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0E7A-691A-49A6-B1F0-D26B85CC67C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AF9B32-693D-5F55-2E4B-7C44ECE05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4B629-26AE-31C4-D4E2-81E34ED02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5909-80DD-4F63-A607-40297820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974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00E81-FD43-9FC5-F4AD-A2B229B84E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49C76D-CCF2-463B-BE19-8E421E963D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424B7A-388E-E53A-F1AC-25B0CC003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0E7A-691A-49A6-B1F0-D26B85CC67C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2EB7DA-648F-9CF9-DF59-8A29F189C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F946B1-3E4E-9BF8-703E-60C10B5BF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5909-80DD-4F63-A607-40297820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03744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5C39D-9057-836C-6367-9778DBD84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3CDBB5-5F5F-E8C3-20EE-32D4EF0F7E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3ACF99-01ED-9A6C-032E-EC0D6A675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850886-5085-8914-5DF8-5D9C52AF2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0E7A-691A-49A6-B1F0-D26B85CC67C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53C6E-B8BA-1EDC-9109-612032209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7E7F3E-CA8E-CA1B-CE29-61DCCC822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5909-80DD-4F63-A607-40297820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0734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1C53A-BAAB-36AE-0B5E-A91A98C7C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42C93B-7E17-7D21-3E55-C0B3947BC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FC7ACA-5A04-6C78-7C46-24DD0641E9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C1DB73-95E0-2CA5-1FAA-485060D454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68570A-C147-361A-270A-350B68584F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514703-0378-48EB-2D1D-7F492294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0E7A-691A-49A6-B1F0-D26B85CC67C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2EE4F8-A60F-D9F9-CAAE-32AE0FE6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3F31DA8-888B-D212-D220-7AEE167D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5909-80DD-4F63-A607-40297820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068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BD602-B283-69F3-F102-395D730BC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86205C-4426-9929-8251-ADEBC079F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0E7A-691A-49A6-B1F0-D26B85CC67C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5E2032-F457-1054-AF89-9E900A75B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69171-D6D6-D6A4-865E-791B889C3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5909-80DD-4F63-A607-40297820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93911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123FBE-12D0-2517-ECEA-C2A93913C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0E7A-691A-49A6-B1F0-D26B85CC67C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EC080F8-8229-8E1D-A8E8-B2BAED691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A8199-F2CE-D464-414C-2E2D7A82C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5909-80DD-4F63-A607-40297820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4102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4E41D-E09A-1D31-FB44-60F73D02C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588AB-C354-920D-B642-C4B72AB852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73447-B6B5-C20E-F555-CA3739B36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4B233-B9EF-274E-C5B1-1EEA34D88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0E7A-691A-49A6-B1F0-D26B85CC67C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EA7E9-8413-1CD1-55DD-201B4D9E3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FDE02-D27A-3007-13F6-CD5FB6C38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5909-80DD-4F63-A607-40297820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3957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F3EE92-0673-8D5D-7692-90E81C7DC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5F483E-1BDD-55E7-3E4A-2AEC00E970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2A7BCD-37E6-6317-FB10-B6DF6F233B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8DDD7-D562-A017-7B16-F96DDF887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0E7A-691A-49A6-B1F0-D26B85CC67C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AEF617-63EE-1855-FA6E-75A1C1AC8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D47F0-8385-DC86-88B5-9692CB7FD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5909-80DD-4F63-A607-40297820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097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AD632-7E92-D52D-7A8F-3F71DB424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62D827-BAA4-987D-E6DE-7106860D43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6399DE-B890-3A55-0DD8-09032516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0E7A-691A-49A6-B1F0-D26B85CC67C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36BE0A-3D2E-123E-22B6-F09E129BB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44216D-D689-A634-8DC9-7EF2F0FA3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5909-80DD-4F63-A607-40297820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086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7965D50-FFFC-196D-9962-0C5A16F87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DF1AFF-34F0-9FF7-0824-FF83B057DE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64F87-4FFF-D541-815C-42DAF5BED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BB0E7A-691A-49A6-B1F0-D26B85CC67C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B531E4-DE51-5AF5-0ABC-BC4518D7E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2BC8F-8BC9-FC4C-66C3-30DFEFE67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2E5909-80DD-4F63-A607-40297820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9008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/>
          <p:cNvSpPr txBox="1"/>
          <p:nvPr userDrawn="1"/>
        </p:nvSpPr>
        <p:spPr>
          <a:xfrm>
            <a:off x="777239" y="6634573"/>
            <a:ext cx="5781822" cy="220979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Date Placeholder 3"/>
          <p:cNvSpPr txBox="1"/>
          <p:nvPr userDrawn="1"/>
        </p:nvSpPr>
        <p:spPr>
          <a:xfrm>
            <a:off x="6559062" y="6634573"/>
            <a:ext cx="5195133" cy="220979"/>
          </a:xfrm>
          <a:prstGeom prst="rect">
            <a:avLst/>
          </a:prstGeom>
          <a:solidFill>
            <a:srgbClr val="008080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Date Placeholder 3"/>
          <p:cNvSpPr txBox="1"/>
          <p:nvPr userDrawn="1"/>
        </p:nvSpPr>
        <p:spPr>
          <a:xfrm>
            <a:off x="11754196" y="6637020"/>
            <a:ext cx="437803" cy="220979"/>
          </a:xfrm>
          <a:prstGeom prst="rect">
            <a:avLst/>
          </a:prstGeom>
          <a:solidFill>
            <a:schemeClr val="accent4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3"/>
          <p:cNvSpPr txBox="1"/>
          <p:nvPr userDrawn="1"/>
        </p:nvSpPr>
        <p:spPr>
          <a:xfrm>
            <a:off x="-1" y="-1"/>
            <a:ext cx="12191999" cy="232759"/>
          </a:xfrm>
          <a:prstGeom prst="rect">
            <a:avLst/>
          </a:prstGeom>
          <a:solidFill>
            <a:srgbClr val="006666"/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500" b="1" i="1" dirty="0"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Date Placeholder 3"/>
          <p:cNvSpPr txBox="1"/>
          <p:nvPr userDrawn="1"/>
        </p:nvSpPr>
        <p:spPr>
          <a:xfrm>
            <a:off x="0" y="6634573"/>
            <a:ext cx="777239" cy="221522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IN" sz="1600" b="0" cap="small" baseline="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16571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D2C521-2D18-7140-975B-85EDC255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3C7CA4-1941-1257-05C4-C15451558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5C15F-01C2-3D60-D347-02F1C9278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BB0E7A-691A-49A6-B1F0-D26B85CC67C5}" type="datetimeFigureOut">
              <a:rPr lang="en-IN" smtClean="0"/>
              <a:t>05-12-2025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0CA51C-EBAC-AA2A-45C3-CC89F7DA24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6D6D1-6109-0C99-439D-DDDA7E1A8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E5909-80DD-4F63-A607-40297820B07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4926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11"/>
          <p:cNvSpPr txBox="1"/>
          <p:nvPr/>
        </p:nvSpPr>
        <p:spPr>
          <a:xfrm>
            <a:off x="1294439" y="1603112"/>
            <a:ext cx="2382924" cy="7255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G. BALAJI</a:t>
            </a:r>
            <a:endParaRPr 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1600" b="0" dirty="0"/>
              <a:t>Roll No. 224G1A0510</a:t>
            </a:r>
          </a:p>
        </p:txBody>
      </p:sp>
      <p:sp>
        <p:nvSpPr>
          <p:cNvPr id="6" name="Subtitle 11"/>
          <p:cNvSpPr txBox="1"/>
          <p:nvPr/>
        </p:nvSpPr>
        <p:spPr>
          <a:xfrm>
            <a:off x="3464774" y="2469602"/>
            <a:ext cx="5262426" cy="142718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1400" b="0" i="1" dirty="0"/>
              <a:t>Under the guidance of</a:t>
            </a:r>
          </a:p>
          <a:p>
            <a:pPr marL="12065" marR="5080">
              <a:lnSpc>
                <a:spcPts val="2790"/>
              </a:lnSpc>
              <a:spcBef>
                <a:spcPts val="114"/>
              </a:spcBef>
            </a:pPr>
            <a:r>
              <a:rPr lang="en-IN" sz="2400" spc="-10" dirty="0">
                <a:latin typeface="Times New Roman"/>
                <a:cs typeface="Times New Roman"/>
              </a:rPr>
              <a:t>Dr. T. Venkata Naga </a:t>
            </a:r>
            <a:r>
              <a:rPr lang="en-IN" sz="2400" spc="-10" dirty="0" err="1">
                <a:latin typeface="Times New Roman"/>
                <a:cs typeface="Times New Roman"/>
              </a:rPr>
              <a:t>Jayudu</a:t>
            </a:r>
            <a:r>
              <a:rPr lang="en-IN" sz="2400" spc="-10" dirty="0">
                <a:latin typeface="Times New Roman"/>
                <a:cs typeface="Times New Roman"/>
              </a:rPr>
              <a:t>, </a:t>
            </a:r>
            <a:r>
              <a:rPr lang="en-IN" sz="1400" spc="-10" dirty="0" err="1">
                <a:latin typeface="Times New Roman"/>
                <a:cs typeface="Times New Roman"/>
              </a:rPr>
              <a:t>M.Tech</a:t>
            </a:r>
            <a:r>
              <a:rPr lang="en-IN" sz="1400" spc="-10" dirty="0">
                <a:latin typeface="Times New Roman"/>
                <a:cs typeface="Times New Roman"/>
              </a:rPr>
              <a:t>., </a:t>
            </a:r>
            <a:r>
              <a:rPr lang="en-IN" sz="1400" spc="-10" dirty="0" err="1">
                <a:latin typeface="Times New Roman"/>
                <a:cs typeface="Times New Roman"/>
              </a:rPr>
              <a:t>ph.D.</a:t>
            </a:r>
            <a:r>
              <a:rPr lang="en-IN" sz="1400" spc="-10" dirty="0">
                <a:latin typeface="Times New Roman"/>
                <a:cs typeface="Times New Roman"/>
              </a:rPr>
              <a:t> </a:t>
            </a:r>
          </a:p>
          <a:p>
            <a:pPr marL="12065" marR="5080">
              <a:lnSpc>
                <a:spcPts val="2790"/>
              </a:lnSpc>
              <a:spcBef>
                <a:spcPts val="114"/>
              </a:spcBef>
            </a:pPr>
            <a:r>
              <a:rPr lang="en-IN" sz="1400" spc="-10" dirty="0">
                <a:latin typeface="Times New Roman"/>
                <a:cs typeface="Times New Roman"/>
              </a:rPr>
              <a:t>Professor</a:t>
            </a:r>
            <a:endParaRPr lang="en-IN" sz="1400" dirty="0">
              <a:latin typeface="Times New Roman"/>
              <a:cs typeface="Times New Roman"/>
            </a:endParaRPr>
          </a:p>
          <a:p>
            <a:pPr>
              <a:spcBef>
                <a:spcPts val="300"/>
              </a:spcBef>
            </a:pPr>
            <a:endParaRPr lang="en-US" sz="1400" b="0" i="1" dirty="0"/>
          </a:p>
        </p:txBody>
      </p:sp>
      <p:sp>
        <p:nvSpPr>
          <p:cNvPr id="7" name="Subtitle 11"/>
          <p:cNvSpPr txBox="1"/>
          <p:nvPr/>
        </p:nvSpPr>
        <p:spPr>
          <a:xfrm>
            <a:off x="1514475" y="5162533"/>
            <a:ext cx="9163049" cy="1427181"/>
          </a:xfrm>
          <a:prstGeom prst="rect">
            <a:avLst/>
          </a:prstGeom>
        </p:spPr>
        <p:txBody>
          <a:bodyPr vert="horz" lIns="91440" tIns="45720" rIns="91440" bIns="45720" rtlCol="0">
            <a:normAutofit fontScale="52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500"/>
              </a:spcBef>
            </a:pPr>
            <a:r>
              <a:rPr lang="en-US" sz="42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Department of Computer Science and Engineering    </a:t>
            </a:r>
          </a:p>
          <a:p>
            <a:pPr>
              <a:spcBef>
                <a:spcPts val="500"/>
              </a:spcBef>
            </a:pPr>
            <a:r>
              <a:rPr lang="en-US" sz="6500" b="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Srinivasa Ramanujan Institute of Technology</a:t>
            </a:r>
            <a:endParaRPr lang="en-US" sz="3400" b="0" dirty="0"/>
          </a:p>
          <a:p>
            <a:pPr>
              <a:spcBef>
                <a:spcPts val="300"/>
              </a:spcBef>
            </a:pPr>
            <a:r>
              <a:rPr lang="en-US" sz="2000" dirty="0">
                <a:ea typeface="Times New Roman" panose="02020603050405020304" pitchFamily="18" charset="0"/>
              </a:rPr>
              <a:t>Autonomous</a:t>
            </a:r>
            <a:endParaRPr lang="en-US" sz="2000" b="0" dirty="0"/>
          </a:p>
          <a:p>
            <a:pPr>
              <a:spcBef>
                <a:spcPts val="300"/>
              </a:spcBef>
            </a:pPr>
            <a:r>
              <a:rPr lang="en-IN" sz="2300" b="0" dirty="0" err="1"/>
              <a:t>Rotarypuram</a:t>
            </a:r>
            <a:r>
              <a:rPr lang="en-IN" sz="2300" b="0" dirty="0"/>
              <a:t> Village, B K </a:t>
            </a:r>
            <a:r>
              <a:rPr lang="en-IN" sz="2300" b="0" dirty="0" err="1"/>
              <a:t>Samudram</a:t>
            </a:r>
            <a:r>
              <a:rPr lang="en-IN" sz="2300" b="0" dirty="0"/>
              <a:t> Mandal, </a:t>
            </a:r>
            <a:r>
              <a:rPr lang="en-IN" sz="2300" b="0" dirty="0" err="1"/>
              <a:t>Ananthapuramu</a:t>
            </a:r>
            <a:r>
              <a:rPr lang="en-IN" sz="2300" b="0" dirty="0"/>
              <a:t> – 515701.</a:t>
            </a:r>
          </a:p>
          <a:p>
            <a:pPr>
              <a:spcBef>
                <a:spcPts val="300"/>
              </a:spcBef>
            </a:pPr>
            <a:endParaRPr lang="en-IN" sz="2000" b="0" dirty="0"/>
          </a:p>
          <a:p>
            <a:pPr>
              <a:spcBef>
                <a:spcPts val="300"/>
              </a:spcBef>
            </a:pPr>
            <a:r>
              <a:rPr lang="en-US" sz="2500" dirty="0">
                <a:solidFill>
                  <a:schemeClr val="accent1">
                    <a:lumMod val="50000"/>
                  </a:schemeClr>
                </a:solidFill>
              </a:rPr>
              <a:t>2025-2026</a:t>
            </a:r>
            <a:endParaRPr lang="en-US" sz="2500" b="0" dirty="0"/>
          </a:p>
          <a:p>
            <a:endParaRPr lang="en-IN" b="0" dirty="0"/>
          </a:p>
        </p:txBody>
      </p:sp>
      <p:sp>
        <p:nvSpPr>
          <p:cNvPr id="13" name="Subtitle 11"/>
          <p:cNvSpPr txBox="1"/>
          <p:nvPr/>
        </p:nvSpPr>
        <p:spPr>
          <a:xfrm>
            <a:off x="8617598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endParaRPr lang="en-US" sz="2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4" name="Subtitle 11"/>
          <p:cNvSpPr txBox="1"/>
          <p:nvPr/>
        </p:nvSpPr>
        <p:spPr>
          <a:xfrm>
            <a:off x="1191460" y="1783000"/>
            <a:ext cx="2382924" cy="5845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endParaRPr lang="en-US" sz="26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" name="Rectangle: Rounded Corners 16"/>
          <p:cNvSpPr/>
          <p:nvPr/>
        </p:nvSpPr>
        <p:spPr>
          <a:xfrm>
            <a:off x="831897" y="328748"/>
            <a:ext cx="10528183" cy="857864"/>
          </a:xfrm>
          <a:prstGeom prst="roundRect">
            <a:avLst/>
          </a:prstGeom>
          <a:solidFill>
            <a:srgbClr val="FF6600"/>
          </a:solidFill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CODENEST</a:t>
            </a:r>
            <a:endParaRPr lang="en-IN" sz="2400" dirty="0"/>
          </a:p>
        </p:txBody>
      </p:sp>
      <p:sp>
        <p:nvSpPr>
          <p:cNvPr id="18" name="Rectangle 17"/>
          <p:cNvSpPr/>
          <p:nvPr/>
        </p:nvSpPr>
        <p:spPr>
          <a:xfrm>
            <a:off x="2714836" y="1303981"/>
            <a:ext cx="6762303" cy="3380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500"/>
              </a:spcBef>
              <a:spcAft>
                <a:spcPts val="500"/>
              </a:spcAft>
            </a:pPr>
            <a:r>
              <a:rPr lang="en-IN" sz="1600" i="1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by</a:t>
            </a:r>
          </a:p>
        </p:txBody>
      </p:sp>
      <p:sp>
        <p:nvSpPr>
          <p:cNvPr id="8" name="Subtitle 11">
            <a:extLst>
              <a:ext uri="{FF2B5EF4-FFF2-40B4-BE49-F238E27FC236}">
                <a16:creationId xmlns:a16="http://schemas.microsoft.com/office/drawing/2014/main" id="{EC3D4ED3-536E-5956-66AE-0537022784C7}"/>
              </a:ext>
            </a:extLst>
          </p:cNvPr>
          <p:cNvSpPr txBox="1"/>
          <p:nvPr/>
        </p:nvSpPr>
        <p:spPr>
          <a:xfrm>
            <a:off x="4774154" y="1603112"/>
            <a:ext cx="2382924" cy="7255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D. YASWANTH</a:t>
            </a:r>
            <a:endParaRPr 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1600" b="0" dirty="0"/>
              <a:t>Roll No. 234G5A0516</a:t>
            </a:r>
          </a:p>
        </p:txBody>
      </p:sp>
      <p:sp>
        <p:nvSpPr>
          <p:cNvPr id="9" name="Subtitle 11">
            <a:extLst>
              <a:ext uri="{FF2B5EF4-FFF2-40B4-BE49-F238E27FC236}">
                <a16:creationId xmlns:a16="http://schemas.microsoft.com/office/drawing/2014/main" id="{04A56587-79A6-DCEE-A22B-FCD3B9EB37C7}"/>
              </a:ext>
            </a:extLst>
          </p:cNvPr>
          <p:cNvSpPr txBox="1"/>
          <p:nvPr/>
        </p:nvSpPr>
        <p:spPr>
          <a:xfrm>
            <a:off x="5965615" y="1630100"/>
            <a:ext cx="2627920" cy="7255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endParaRPr lang="en-US" sz="1600" b="0" dirty="0"/>
          </a:p>
        </p:txBody>
      </p:sp>
      <p:sp>
        <p:nvSpPr>
          <p:cNvPr id="10" name="Subtitle 11">
            <a:extLst>
              <a:ext uri="{FF2B5EF4-FFF2-40B4-BE49-F238E27FC236}">
                <a16:creationId xmlns:a16="http://schemas.microsoft.com/office/drawing/2014/main" id="{2A4AC06D-6433-FF01-E60C-C84BD2364478}"/>
              </a:ext>
            </a:extLst>
          </p:cNvPr>
          <p:cNvSpPr txBox="1"/>
          <p:nvPr/>
        </p:nvSpPr>
        <p:spPr>
          <a:xfrm>
            <a:off x="8057668" y="1603112"/>
            <a:ext cx="3148812" cy="7255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b="1" kern="1200" baseline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300"/>
              </a:spcBef>
            </a:pPr>
            <a:r>
              <a:rPr lang="en-IN" sz="2400" b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P. SANIYA KOWSAR</a:t>
            </a:r>
            <a:endParaRPr lang="en-US" sz="2400" b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spcBef>
                <a:spcPts val="300"/>
              </a:spcBef>
            </a:pPr>
            <a:r>
              <a:rPr lang="en-US" sz="1600" b="0" dirty="0"/>
              <a:t>Roll No. 224G1A0594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29619D-09F3-780E-7EEA-965AFCB0ACC9}"/>
              </a:ext>
            </a:extLst>
          </p:cNvPr>
          <p:cNvSpPr txBox="1"/>
          <p:nvPr/>
        </p:nvSpPr>
        <p:spPr>
          <a:xfrm>
            <a:off x="152400" y="658971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8A0E17-78D6-9D47-0A57-AC3BB2A79621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3CBBB32-3F20-C4EA-1271-34796C33DD57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C90BAD-7E49-D965-05FA-251CB0D61B49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pic>
        <p:nvPicPr>
          <p:cNvPr id="15" name="object 19">
            <a:extLst>
              <a:ext uri="{FF2B5EF4-FFF2-40B4-BE49-F238E27FC236}">
                <a16:creationId xmlns:a16="http://schemas.microsoft.com/office/drawing/2014/main" id="{F89990DA-855B-1435-A1A6-464A24537A81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30904" y="3429000"/>
            <a:ext cx="1527378" cy="1685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B6763-B2A1-8BF9-AA55-65B939CA5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C2D960-7553-39CB-22B5-9CEB4C3A5166}"/>
              </a:ext>
            </a:extLst>
          </p:cNvPr>
          <p:cNvSpPr/>
          <p:nvPr/>
        </p:nvSpPr>
        <p:spPr>
          <a:xfrm>
            <a:off x="0" y="228600"/>
            <a:ext cx="12192000" cy="8382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C74C0B-82B1-C080-661A-99714B1C068C}"/>
              </a:ext>
            </a:extLst>
          </p:cNvPr>
          <p:cNvSpPr txBox="1"/>
          <p:nvPr/>
        </p:nvSpPr>
        <p:spPr>
          <a:xfrm>
            <a:off x="152400" y="658971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6B4EA8-A61C-DDE2-235C-6BAF76E7B462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B2CE431-9087-C25C-F7FD-23F6F262C481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A23EB1F-302D-FBE9-9217-3CC3557AF444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56D09B-5C60-8305-454D-9414CDC195DE}"/>
              </a:ext>
            </a:extLst>
          </p:cNvPr>
          <p:cNvSpPr txBox="1"/>
          <p:nvPr/>
        </p:nvSpPr>
        <p:spPr>
          <a:xfrm>
            <a:off x="304800" y="409825"/>
            <a:ext cx="7315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587588-20A2-72BD-5959-4D871FD5EFE2}"/>
              </a:ext>
            </a:extLst>
          </p:cNvPr>
          <p:cNvSpPr txBox="1"/>
          <p:nvPr/>
        </p:nvSpPr>
        <p:spPr>
          <a:xfrm>
            <a:off x="1142359" y="-57956"/>
            <a:ext cx="9401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CODENEST</a:t>
            </a:r>
            <a:endParaRPr lang="en-IN" sz="14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AD3071-C62A-A5E3-BE52-8F1D1C680D6F}"/>
              </a:ext>
            </a:extLst>
          </p:cNvPr>
          <p:cNvSpPr txBox="1"/>
          <p:nvPr/>
        </p:nvSpPr>
        <p:spPr>
          <a:xfrm>
            <a:off x="152400" y="1295400"/>
            <a:ext cx="11430000" cy="46884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21005" indent="-408305">
              <a:lnSpc>
                <a:spcPct val="100000"/>
              </a:lnSpc>
              <a:spcBef>
                <a:spcPts val="760"/>
              </a:spcBef>
              <a:buChar char="•"/>
              <a:tabLst>
                <a:tab pos="42100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Title</a:t>
            </a:r>
            <a:r>
              <a:rPr lang="en-US" sz="2800" spc="-2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Justification</a:t>
            </a:r>
            <a:endParaRPr lang="en-US"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lang="en-US" sz="2800" spc="-10" dirty="0">
                <a:latin typeface="Times New Roman"/>
                <a:cs typeface="Times New Roman"/>
              </a:rPr>
              <a:t>Abstract</a:t>
            </a:r>
            <a:endParaRPr lang="en-US"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Problem</a:t>
            </a:r>
            <a:r>
              <a:rPr lang="en-US" sz="2800" spc="-3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statement</a:t>
            </a:r>
            <a:endParaRPr lang="en-US"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Objectives</a:t>
            </a:r>
            <a:r>
              <a:rPr lang="en-US" sz="2800" spc="-40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of</a:t>
            </a:r>
            <a:r>
              <a:rPr lang="en-US" sz="2800" spc="-35" dirty="0">
                <a:latin typeface="Times New Roman"/>
                <a:cs typeface="Times New Roman"/>
              </a:rPr>
              <a:t> </a:t>
            </a:r>
            <a:r>
              <a:rPr lang="en-US" sz="2800" spc="-10" dirty="0">
                <a:latin typeface="Times New Roman"/>
                <a:cs typeface="Times New Roman"/>
              </a:rPr>
              <a:t>Project</a:t>
            </a:r>
            <a:endParaRPr lang="en-US"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Literature</a:t>
            </a:r>
            <a:r>
              <a:rPr lang="en-US" sz="2800" spc="-3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survey</a:t>
            </a:r>
          </a:p>
          <a:p>
            <a:pPr marL="421005" indent="-408305">
              <a:lnSpc>
                <a:spcPct val="100000"/>
              </a:lnSpc>
              <a:spcBef>
                <a:spcPts val="660"/>
              </a:spcBef>
              <a:buChar char="•"/>
              <a:tabLst>
                <a:tab pos="42100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Proposed</a:t>
            </a:r>
            <a:r>
              <a:rPr lang="en-US" sz="2800" spc="-25" dirty="0">
                <a:latin typeface="Times New Roman"/>
                <a:cs typeface="Times New Roman"/>
              </a:rPr>
              <a:t> </a:t>
            </a:r>
            <a:r>
              <a:rPr lang="en-US" sz="2800" dirty="0">
                <a:latin typeface="Times New Roman"/>
                <a:cs typeface="Times New Roman"/>
              </a:rPr>
              <a:t>Work</a:t>
            </a: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lang="en-US" sz="2800" spc="-10" dirty="0">
                <a:latin typeface="Times New Roman"/>
                <a:cs typeface="Times New Roman"/>
              </a:rPr>
              <a:t>References</a:t>
            </a:r>
            <a:endParaRPr lang="en-US"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lang="en-US" sz="2800" dirty="0">
                <a:latin typeface="Times New Roman"/>
                <a:cs typeface="Times New Roman"/>
              </a:rPr>
              <a:t>GitHub </a:t>
            </a:r>
            <a:r>
              <a:rPr lang="en-US" sz="2800" spc="-20" dirty="0">
                <a:latin typeface="Times New Roman"/>
                <a:cs typeface="Times New Roman"/>
              </a:rPr>
              <a:t>Link</a:t>
            </a:r>
            <a:endParaRPr lang="en-US" sz="2800" dirty="0">
              <a:latin typeface="Times New Roman"/>
              <a:cs typeface="Times New Roman"/>
            </a:endParaRPr>
          </a:p>
          <a:p>
            <a:pPr marL="421005" indent="-408305">
              <a:lnSpc>
                <a:spcPct val="100000"/>
              </a:lnSpc>
              <a:spcBef>
                <a:spcPts val="665"/>
              </a:spcBef>
              <a:buChar char="•"/>
              <a:tabLst>
                <a:tab pos="421005" algn="l"/>
              </a:tabLst>
            </a:pPr>
            <a:r>
              <a:rPr lang="en-US" sz="2800" spc="-10" dirty="0">
                <a:latin typeface="Times New Roman"/>
                <a:cs typeface="Times New Roman"/>
              </a:rPr>
              <a:t>Queries</a:t>
            </a:r>
            <a:endParaRPr 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66687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5DE1-A732-1C6F-F420-E0ABD25D0F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5B0B5B-F86C-722E-B13C-39A03A8108A4}"/>
              </a:ext>
            </a:extLst>
          </p:cNvPr>
          <p:cNvSpPr/>
          <p:nvPr/>
        </p:nvSpPr>
        <p:spPr>
          <a:xfrm>
            <a:off x="0" y="228600"/>
            <a:ext cx="12192000" cy="8382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5AF5E7-D309-9305-5795-61CA3367A99E}"/>
              </a:ext>
            </a:extLst>
          </p:cNvPr>
          <p:cNvSpPr txBox="1"/>
          <p:nvPr/>
        </p:nvSpPr>
        <p:spPr>
          <a:xfrm>
            <a:off x="152400" y="658971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386087-AA3B-8C77-D503-3E5C7E42D453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14A66B-8779-1A43-26FB-747F8BC1CABC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C67DE36-41A8-4844-0A71-29B860450370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8F3F16-A834-03C5-EEF4-0BB436184D88}"/>
              </a:ext>
            </a:extLst>
          </p:cNvPr>
          <p:cNvSpPr txBox="1"/>
          <p:nvPr/>
        </p:nvSpPr>
        <p:spPr>
          <a:xfrm>
            <a:off x="304800" y="409825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IN" sz="4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Title</a:t>
            </a:r>
            <a:r>
              <a:rPr kumimoji="0" lang="en-IN" sz="4400" b="0" i="0" u="none" strike="noStrike" kern="0" cap="none" spc="-1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IN" sz="44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Justification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D61D448-468B-5674-D714-E40EC5DC9E67}"/>
              </a:ext>
            </a:extLst>
          </p:cNvPr>
          <p:cNvSpPr txBox="1"/>
          <p:nvPr/>
        </p:nvSpPr>
        <p:spPr>
          <a:xfrm>
            <a:off x="1142359" y="-57956"/>
            <a:ext cx="9401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CODENEST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8DC9E73-0520-4EAB-9A28-693E055BF638}"/>
              </a:ext>
            </a:extLst>
          </p:cNvPr>
          <p:cNvSpPr txBox="1"/>
          <p:nvPr/>
        </p:nvSpPr>
        <p:spPr>
          <a:xfrm>
            <a:off x="304799" y="1327957"/>
            <a:ext cx="11582401" cy="33499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50000"/>
              </a:lnSpc>
              <a:spcBef>
                <a:spcPts val="760"/>
              </a:spcBef>
              <a:tabLst>
                <a:tab pos="421005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title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“CodeNest”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chosen because the platform acts as a “digital nest” where all essential coding components—practice, analytics, guidance, and tracking—come together in one place.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a unified, well-organized environment for students to learn, practice, and improve coding skills while enabling educators to monitor progress efficiently.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the name clearly reflects the purpose and integrated nature of the system.</a:t>
            </a:r>
          </a:p>
        </p:txBody>
      </p:sp>
    </p:spTree>
    <p:extLst>
      <p:ext uri="{BB962C8B-B14F-4D97-AF65-F5344CB8AC3E}">
        <p14:creationId xmlns:p14="http://schemas.microsoft.com/office/powerpoint/2010/main" val="4109710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26B871-CA1E-4A1C-88AE-2D75C8B86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D00B486-26E2-2550-06AB-20F80D5D8D64}"/>
              </a:ext>
            </a:extLst>
          </p:cNvPr>
          <p:cNvSpPr/>
          <p:nvPr/>
        </p:nvSpPr>
        <p:spPr>
          <a:xfrm>
            <a:off x="0" y="228600"/>
            <a:ext cx="12192000" cy="8382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CD6390-E63F-32A4-A6FA-B50A338BFC72}"/>
              </a:ext>
            </a:extLst>
          </p:cNvPr>
          <p:cNvSpPr txBox="1"/>
          <p:nvPr/>
        </p:nvSpPr>
        <p:spPr>
          <a:xfrm>
            <a:off x="152400" y="658971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69A4FE-E0D5-D0DC-2FBC-3EC16C2DBC92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F3F3F1-0E86-E505-5894-8119FD75C4C7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B5D450F-79CA-B5DB-9760-3C26E2548017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60E1A02-4B63-41C6-4DCC-AE922889FC27}"/>
              </a:ext>
            </a:extLst>
          </p:cNvPr>
          <p:cNvSpPr txBox="1"/>
          <p:nvPr/>
        </p:nvSpPr>
        <p:spPr>
          <a:xfrm>
            <a:off x="304800" y="409825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IN" sz="28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IN" sz="44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Abstract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E01B672-65A8-C080-1158-53A7475225DF}"/>
              </a:ext>
            </a:extLst>
          </p:cNvPr>
          <p:cNvSpPr txBox="1"/>
          <p:nvPr/>
        </p:nvSpPr>
        <p:spPr>
          <a:xfrm>
            <a:off x="1142359" y="-57956"/>
            <a:ext cx="9401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CODENEST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040105-609C-4A8C-F67F-A32087CC7439}"/>
              </a:ext>
            </a:extLst>
          </p:cNvPr>
          <p:cNvSpPr txBox="1"/>
          <p:nvPr/>
        </p:nvSpPr>
        <p:spPr>
          <a:xfrm>
            <a:off x="152400" y="1385426"/>
            <a:ext cx="11454378" cy="50119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CodeNest is a web-based integrated platform designed to simplify and enhance the coding learning process. It consolidates coding analytics, a built-in coding environment, real-time error explanations, and an AI chatbot for learning support.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tracks performance across multiple coding platforms such as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LeetCode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HackerRank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provides topic-wise insights, and assists students with debugging and concept clarification. Role-based dashboards allow faculty to review student progress and offer targeted guidance.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CodeNest delivers a seamless, intelligent, and data-driven coding education experience.</a:t>
            </a:r>
          </a:p>
        </p:txBody>
      </p:sp>
    </p:spTree>
    <p:extLst>
      <p:ext uri="{BB962C8B-B14F-4D97-AF65-F5344CB8AC3E}">
        <p14:creationId xmlns:p14="http://schemas.microsoft.com/office/powerpoint/2010/main" val="15088543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A7939-BD59-29F2-84D0-A5C576448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45BF57-1113-19FC-DF2A-3D8DBE683709}"/>
              </a:ext>
            </a:extLst>
          </p:cNvPr>
          <p:cNvSpPr/>
          <p:nvPr/>
        </p:nvSpPr>
        <p:spPr>
          <a:xfrm>
            <a:off x="0" y="228600"/>
            <a:ext cx="12192000" cy="8382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70F1E4-7F59-F59D-176F-3A5063E0E655}"/>
              </a:ext>
            </a:extLst>
          </p:cNvPr>
          <p:cNvSpPr txBox="1"/>
          <p:nvPr/>
        </p:nvSpPr>
        <p:spPr>
          <a:xfrm>
            <a:off x="152400" y="658971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EC6AE4-ACE3-4D0B-AA99-05145579BB54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79681A-9F71-03F5-44D2-6DE1B14709F9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11E0949-0F2C-0AEE-365D-FF86705CCF24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CA9AA0-F742-7169-8320-19996CD211F5}"/>
              </a:ext>
            </a:extLst>
          </p:cNvPr>
          <p:cNvSpPr txBox="1"/>
          <p:nvPr/>
        </p:nvSpPr>
        <p:spPr>
          <a:xfrm>
            <a:off x="304800" y="409825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IN" sz="4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Problem</a:t>
            </a:r>
            <a:r>
              <a:rPr kumimoji="0" lang="en-IN" sz="4400" b="0" i="0" u="none" strike="noStrike" kern="0" cap="none" spc="-18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IN" sz="44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Statement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723324-F584-9B5B-CE51-C2EF8EFD8C48}"/>
              </a:ext>
            </a:extLst>
          </p:cNvPr>
          <p:cNvSpPr txBox="1"/>
          <p:nvPr/>
        </p:nvSpPr>
        <p:spPr>
          <a:xfrm>
            <a:off x="1142359" y="-57956"/>
            <a:ext cx="9401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CODENEST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E75371-54F1-B9AA-D5D0-72497A1AF2FD}"/>
              </a:ext>
            </a:extLst>
          </p:cNvPr>
          <p:cNvSpPr txBox="1"/>
          <p:nvPr/>
        </p:nvSpPr>
        <p:spPr>
          <a:xfrm>
            <a:off x="304800" y="1327957"/>
            <a:ext cx="11454377" cy="39039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Currently, students often rely on fragmented tools and platforms for coding practice, lacking a centralized system that effectively tracks progress, provides immediate error assistance, and supports pedagogical oversight. 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educational platforms seldom integrate real-time coding with intelligent tutoring and detailed performance analytics, limiting students' ability to self-assess and educators' capacity to provide targeted guidance. This gap undermines efficient learning and slows skill acquisition in coding disciplines.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4609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825DD-3148-4A09-B748-D67D76B96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2A18FE1-07E9-C80C-2298-AE7881E6A5E4}"/>
              </a:ext>
            </a:extLst>
          </p:cNvPr>
          <p:cNvSpPr/>
          <p:nvPr/>
        </p:nvSpPr>
        <p:spPr>
          <a:xfrm>
            <a:off x="0" y="228600"/>
            <a:ext cx="12192000" cy="8382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0AEEAC-71E2-E581-F4F9-CA74255D09FB}"/>
              </a:ext>
            </a:extLst>
          </p:cNvPr>
          <p:cNvSpPr txBox="1"/>
          <p:nvPr/>
        </p:nvSpPr>
        <p:spPr>
          <a:xfrm>
            <a:off x="152400" y="658971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895BA0D-9DB4-A2AD-878F-8732C23F7EC8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A7E27-BB51-A220-567C-74A054E80159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71AF91-E96E-248F-207D-66225AF27749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2388D84-5E73-78A3-B3D1-776A62EB2F6C}"/>
              </a:ext>
            </a:extLst>
          </p:cNvPr>
          <p:cNvSpPr txBox="1"/>
          <p:nvPr/>
        </p:nvSpPr>
        <p:spPr>
          <a:xfrm>
            <a:off x="304800" y="409825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IN" sz="44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Objectives</a:t>
            </a:r>
            <a:r>
              <a:rPr kumimoji="0" lang="en-IN" sz="4400" b="0" i="0" u="none" strike="noStrike" kern="0" cap="none" spc="-6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 </a:t>
            </a:r>
            <a:r>
              <a:rPr kumimoji="0" lang="en-IN" sz="4400" b="0" i="0" u="none" strike="noStrike" kern="0" cap="none" spc="-25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of</a:t>
            </a:r>
            <a:r>
              <a:rPr lang="en-IN" sz="4400" kern="0" dirty="0">
                <a:solidFill>
                  <a:prstClr val="white"/>
                </a:solidFill>
                <a:latin typeface="Times New Roman"/>
                <a:cs typeface="Times New Roman"/>
              </a:rPr>
              <a:t> </a:t>
            </a:r>
            <a:r>
              <a:rPr kumimoji="0" lang="en-IN" sz="44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Project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F44853E-A66A-9639-ABFA-13128D724BB0}"/>
              </a:ext>
            </a:extLst>
          </p:cNvPr>
          <p:cNvSpPr txBox="1"/>
          <p:nvPr/>
        </p:nvSpPr>
        <p:spPr>
          <a:xfrm>
            <a:off x="1142359" y="-57956"/>
            <a:ext cx="9401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CODENEST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067B121-B8E9-6046-1B67-FD6A46EC8E79}"/>
              </a:ext>
            </a:extLst>
          </p:cNvPr>
          <p:cNvSpPr txBox="1"/>
          <p:nvPr/>
        </p:nvSpPr>
        <p:spPr>
          <a:xfrm>
            <a:off x="304800" y="1327958"/>
            <a:ext cx="11454378" cy="4457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unified platform that consolidates coding practice, analytics, and performance tracking.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real-time code execution with instant error explanations and chatbot-based learning assistance.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detailed topic-wise analytics for students and faculty.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role-based login for personalized student dashboards and educator monitoring.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support continuous learning, goal tracking, and data-driven mentoring.</a:t>
            </a:r>
          </a:p>
        </p:txBody>
      </p:sp>
    </p:spTree>
    <p:extLst>
      <p:ext uri="{BB962C8B-B14F-4D97-AF65-F5344CB8AC3E}">
        <p14:creationId xmlns:p14="http://schemas.microsoft.com/office/powerpoint/2010/main" val="40381174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1678B-DFC8-191D-FCB2-6D5941A0B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8323A26-60C2-89F8-78B8-D18526A9336B}"/>
              </a:ext>
            </a:extLst>
          </p:cNvPr>
          <p:cNvSpPr/>
          <p:nvPr/>
        </p:nvSpPr>
        <p:spPr>
          <a:xfrm>
            <a:off x="0" y="228600"/>
            <a:ext cx="12192000" cy="8382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C645C9-3233-F395-5685-F373B8FAADBD}"/>
              </a:ext>
            </a:extLst>
          </p:cNvPr>
          <p:cNvSpPr txBox="1"/>
          <p:nvPr/>
        </p:nvSpPr>
        <p:spPr>
          <a:xfrm>
            <a:off x="152400" y="658971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22B351-9274-85EB-7C39-4A48CADD87BD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E707D3F-41EC-AF1E-79AE-F4CCA105D54D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9C4461-D407-8AA3-1BE4-A036EEB7AF1C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68BBDC-ADE6-791E-BC90-C581E3E07D5F}"/>
              </a:ext>
            </a:extLst>
          </p:cNvPr>
          <p:cNvSpPr txBox="1"/>
          <p:nvPr/>
        </p:nvSpPr>
        <p:spPr>
          <a:xfrm>
            <a:off x="304800" y="409825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4400" dirty="0">
                <a:solidFill>
                  <a:srgbClr val="FFFFFF"/>
                </a:solidFill>
                <a:latin typeface="Times New Roman"/>
                <a:cs typeface="Times New Roman"/>
              </a:rPr>
              <a:t>Literature</a:t>
            </a:r>
            <a:r>
              <a:rPr lang="en-IN" sz="4400" spc="-10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IN" sz="4400" spc="-10" dirty="0">
                <a:solidFill>
                  <a:srgbClr val="FFFFFF"/>
                </a:solidFill>
                <a:latin typeface="Times New Roman"/>
                <a:cs typeface="Times New Roman"/>
              </a:rPr>
              <a:t>Survey</a:t>
            </a:r>
            <a:endParaRPr lang="en-IN" sz="4400" dirty="0">
              <a:latin typeface="Times New Roman"/>
              <a:cs typeface="Times New Roman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51E9120-952F-8BE9-2182-E1D6B735A410}"/>
              </a:ext>
            </a:extLst>
          </p:cNvPr>
          <p:cNvSpPr txBox="1"/>
          <p:nvPr/>
        </p:nvSpPr>
        <p:spPr>
          <a:xfrm>
            <a:off x="1142359" y="-57956"/>
            <a:ext cx="9401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CODENEST</a:t>
            </a: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80D717-87FA-A0A0-891F-6A2B79CEE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8764015"/>
              </p:ext>
            </p:extLst>
          </p:nvPr>
        </p:nvGraphicFramePr>
        <p:xfrm>
          <a:off x="304799" y="1179265"/>
          <a:ext cx="11299771" cy="5184059"/>
        </p:xfrm>
        <a:graphic>
          <a:graphicData uri="http://schemas.openxmlformats.org/drawingml/2006/table">
            <a:tbl>
              <a:tblPr firstRow="1" bandRow="1"/>
              <a:tblGrid>
                <a:gridCol w="518161">
                  <a:extLst>
                    <a:ext uri="{9D8B030D-6E8A-4147-A177-3AD203B41FA5}">
                      <a16:colId xmlns:a16="http://schemas.microsoft.com/office/drawing/2014/main" val="1548781109"/>
                    </a:ext>
                  </a:extLst>
                </a:gridCol>
                <a:gridCol w="1770611">
                  <a:extLst>
                    <a:ext uri="{9D8B030D-6E8A-4147-A177-3AD203B41FA5}">
                      <a16:colId xmlns:a16="http://schemas.microsoft.com/office/drawing/2014/main" val="1924567295"/>
                    </a:ext>
                  </a:extLst>
                </a:gridCol>
                <a:gridCol w="1778924">
                  <a:extLst>
                    <a:ext uri="{9D8B030D-6E8A-4147-A177-3AD203B41FA5}">
                      <a16:colId xmlns:a16="http://schemas.microsoft.com/office/drawing/2014/main" val="690532729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1236475754"/>
                    </a:ext>
                  </a:extLst>
                </a:gridCol>
                <a:gridCol w="2252749">
                  <a:extLst>
                    <a:ext uri="{9D8B030D-6E8A-4147-A177-3AD203B41FA5}">
                      <a16:colId xmlns:a16="http://schemas.microsoft.com/office/drawing/2014/main" val="3451772229"/>
                    </a:ext>
                  </a:extLst>
                </a:gridCol>
                <a:gridCol w="1803861">
                  <a:extLst>
                    <a:ext uri="{9D8B030D-6E8A-4147-A177-3AD203B41FA5}">
                      <a16:colId xmlns:a16="http://schemas.microsoft.com/office/drawing/2014/main" val="3181121405"/>
                    </a:ext>
                  </a:extLst>
                </a:gridCol>
                <a:gridCol w="1803865">
                  <a:extLst>
                    <a:ext uri="{9D8B030D-6E8A-4147-A177-3AD203B41FA5}">
                      <a16:colId xmlns:a16="http://schemas.microsoft.com/office/drawing/2014/main" val="2647058233"/>
                    </a:ext>
                  </a:extLst>
                </a:gridCol>
              </a:tblGrid>
              <a:tr h="4364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No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Title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Author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Journal Name &amp; Year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Methodology Adapted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Key Findings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Gaps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8084961"/>
                  </a:ext>
                </a:extLst>
              </a:tr>
              <a:tr h="11362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1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Web-Based Coding Practice &amp; Learning Platforms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S. Combéfis &amp; G. Wautelet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EDUCON (IEEE), 2021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Developed a web-based tool for coding practice with automated feedback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Helped improve learning efficiency through browser-based coding and evaluation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No performance analytics dashboard, no chatbot assistance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757024"/>
                  </a:ext>
                </a:extLst>
              </a:tr>
              <a:tr h="863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2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Automated Feedback in Programming Education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D. Keuning &amp; J. Jeuring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ACM TOCE, 2021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Reviewed programming tools offering auto-feedback using web interfaces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Automated feedback supports faster debugging and reinforces concepts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No unified platform, no multi-platform coding integration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03312705"/>
                  </a:ext>
                </a:extLst>
              </a:tr>
              <a:tr h="863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3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Learning Analytics in Web-Based Programming Courses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E. Chaparro et al.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CEUR Workshop Proc., 2021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Applied learning analytics to student coding behavior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Analytics improved understanding of strengths, weaknesses, and progress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Does not include IDE or real-time execution features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51450885"/>
                  </a:ext>
                </a:extLst>
              </a:tr>
              <a:tr h="86356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4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Lightweight Chatbots for Educational Web Systems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M. Bendjaballah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Journal of Web Engineering, 2023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Integrated rule-based chatbot in web platforms for user guidance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Chatbots improved user engagement and offered simple explanations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No code-related error support or execution-based assistance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13560200"/>
                  </a:ext>
                </a:extLst>
              </a:tr>
              <a:tr h="99991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5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Visual Dashboards for Student Performance Monitoring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G. Al-Shargabi &amp; M. Sabri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iJET, 2022</a:t>
                      </a:r>
                      <a:endParaRPr lang="en-IN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Designed dashboards for monitoring student progress in e-learning systems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Dashboards helped track performance trends and support educators</a:t>
                      </a:r>
                      <a:endParaRPr lang="en-US" sz="12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/>
                        <a:t>No coding-specific insights, no integration with coding platforms</a:t>
                      </a:r>
                      <a:endParaRPr lang="en-US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94819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0059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9F7629-6BEF-E7E0-B77A-788A6AEA1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849171A-F8E8-389C-8641-A81CC0139DA0}"/>
              </a:ext>
            </a:extLst>
          </p:cNvPr>
          <p:cNvSpPr/>
          <p:nvPr/>
        </p:nvSpPr>
        <p:spPr>
          <a:xfrm>
            <a:off x="0" y="228600"/>
            <a:ext cx="12192000" cy="8382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E561DB-06AC-CAD6-9CE0-D87452819C84}"/>
              </a:ext>
            </a:extLst>
          </p:cNvPr>
          <p:cNvSpPr txBox="1"/>
          <p:nvPr/>
        </p:nvSpPr>
        <p:spPr>
          <a:xfrm>
            <a:off x="152400" y="658971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94F818-0C4D-7E8E-2500-C153117E38C9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7AE9643-70AF-424D-26D3-F417B7B9B3B3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AF4F225-D6E0-E3BB-87D6-E15B1B56311C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A146A3-F544-2032-AFCC-5997DA3ED37E}"/>
              </a:ext>
            </a:extLst>
          </p:cNvPr>
          <p:cNvSpPr txBox="1"/>
          <p:nvPr/>
        </p:nvSpPr>
        <p:spPr>
          <a:xfrm>
            <a:off x="304800" y="409825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IN" sz="44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Proposed</a:t>
            </a:r>
            <a:r>
              <a:rPr lang="en-IN" sz="4400" kern="0" dirty="0">
                <a:solidFill>
                  <a:prstClr val="white"/>
                </a:solidFill>
                <a:latin typeface="Times New Roman"/>
                <a:cs typeface="Times New Roman"/>
              </a:rPr>
              <a:t> </a:t>
            </a:r>
            <a:r>
              <a:rPr kumimoji="0" lang="en-IN" sz="44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System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0E33571-B37A-2348-E198-0D217F27D2FD}"/>
              </a:ext>
            </a:extLst>
          </p:cNvPr>
          <p:cNvSpPr txBox="1"/>
          <p:nvPr/>
        </p:nvSpPr>
        <p:spPr>
          <a:xfrm>
            <a:off x="1142359" y="-57956"/>
            <a:ext cx="9401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CODENEST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CFA32F6-60D9-1C23-976C-BAB5530FEC17}"/>
              </a:ext>
            </a:extLst>
          </p:cNvPr>
          <p:cNvSpPr txBox="1"/>
          <p:nvPr/>
        </p:nvSpPr>
        <p:spPr>
          <a:xfrm>
            <a:off x="304800" y="1327958"/>
            <a:ext cx="11454378" cy="4827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CodeNest introduces an integrated system featuring: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Centralized Dashboard: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Aggregates data from coding platforms like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LeetCode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HackerRank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etc.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Built-in IDE: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real-time code writing, execution, and test cases.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Chatbot Assistant: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error explanations, coding hints, and concept clarifications.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Analytics Engine: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Shows progress graphs, topic-wise skill levels, and trends.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Personalized student dashboards and faculty monitoring tools.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 Architecture: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scalable deployment and multi-user access.</a:t>
            </a:r>
          </a:p>
        </p:txBody>
      </p:sp>
    </p:spTree>
    <p:extLst>
      <p:ext uri="{BB962C8B-B14F-4D97-AF65-F5344CB8AC3E}">
        <p14:creationId xmlns:p14="http://schemas.microsoft.com/office/powerpoint/2010/main" val="206397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82134-76FB-D937-C3DA-41EF0CC8D7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D196D1B-DD28-406F-EE3C-1DD5EBB75212}"/>
              </a:ext>
            </a:extLst>
          </p:cNvPr>
          <p:cNvSpPr/>
          <p:nvPr/>
        </p:nvSpPr>
        <p:spPr>
          <a:xfrm>
            <a:off x="0" y="228600"/>
            <a:ext cx="12192000" cy="8382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63585F-661F-3EC8-D083-F342A4FF16E9}"/>
              </a:ext>
            </a:extLst>
          </p:cNvPr>
          <p:cNvSpPr txBox="1"/>
          <p:nvPr/>
        </p:nvSpPr>
        <p:spPr>
          <a:xfrm>
            <a:off x="152400" y="658971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D6AEE0-AB18-3FAA-9620-F39FE4DFE54B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0F6EC49-1F6C-7215-4C4B-05EB33417C67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E3638A-F9E4-409C-27B4-56AAA5E73D15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8907784-EAE1-E3D4-58F6-7E98F593D9ED}"/>
              </a:ext>
            </a:extLst>
          </p:cNvPr>
          <p:cNvSpPr txBox="1"/>
          <p:nvPr/>
        </p:nvSpPr>
        <p:spPr>
          <a:xfrm>
            <a:off x="304800" y="409825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IN" sz="4400" b="0" i="0" u="none" strike="noStrike" kern="0" cap="none" spc="-1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/>
                <a:cs typeface="Times New Roman"/>
              </a:rPr>
              <a:t>References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0F815DE-A4A6-A074-8E0D-C6FC55FCF703}"/>
              </a:ext>
            </a:extLst>
          </p:cNvPr>
          <p:cNvSpPr txBox="1"/>
          <p:nvPr/>
        </p:nvSpPr>
        <p:spPr>
          <a:xfrm>
            <a:off x="1142359" y="-57956"/>
            <a:ext cx="9401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CODENEST</a:t>
            </a:r>
            <a:endParaRPr lang="en-IN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EBC29A4-8B96-9D8C-6038-387CC08F9A32}"/>
              </a:ext>
            </a:extLst>
          </p:cNvPr>
          <p:cNvSpPr txBox="1"/>
          <p:nvPr/>
        </p:nvSpPr>
        <p:spPr>
          <a:xfrm>
            <a:off x="304800" y="1327958"/>
            <a:ext cx="1145437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Combéfis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 &amp; Wautelet G.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(2021). Programming education through web-based tools and automated feedback. IEEE EDUCON.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Keuning D ,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Jeuring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 &amp; Heeren B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(2021). A systematic literature review of automated feedback in programming education. ACM Transactions on Computing Education.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Chaparro 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(2021). Learning analytics for computing education. CEUR Workshop Proceedings.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Bendjaballah 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(2023). Lightweight chatbots in web applications supporting education. Journal of Web Engineering.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Al-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Shargabi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 &amp; Sabri 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(2022). Using visual dashboards in e-learning systems to enhance student monitoring. International Journal of Emerging Technologies in Learning (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iJET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6263152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9613E-58C0-ED4C-04C4-10B4C6C548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6B1CBF-A603-8996-319A-341F559A91A3}"/>
              </a:ext>
            </a:extLst>
          </p:cNvPr>
          <p:cNvSpPr/>
          <p:nvPr/>
        </p:nvSpPr>
        <p:spPr>
          <a:xfrm>
            <a:off x="0" y="228600"/>
            <a:ext cx="12192000" cy="838200"/>
          </a:xfrm>
          <a:prstGeom prst="rect">
            <a:avLst/>
          </a:prstGeom>
          <a:solidFill>
            <a:srgbClr val="FF6600"/>
          </a:solidFill>
          <a:ln>
            <a:solidFill>
              <a:srgbClr val="FF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854437-9792-EA4E-9AD6-F2F2315A6258}"/>
              </a:ext>
            </a:extLst>
          </p:cNvPr>
          <p:cNvSpPr txBox="1"/>
          <p:nvPr/>
        </p:nvSpPr>
        <p:spPr>
          <a:xfrm>
            <a:off x="152400" y="6593840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E0EF1-FEDF-3E4F-2CCE-64DEADC06750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AD4B6EA-F6FE-D11E-9B13-6A7CBD38F753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D64F47-113C-4121-DD3E-C4CD7DDA3A9E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F206AD-AAE3-2069-A8D1-C46FD5F5E2D4}"/>
              </a:ext>
            </a:extLst>
          </p:cNvPr>
          <p:cNvSpPr txBox="1"/>
          <p:nvPr/>
        </p:nvSpPr>
        <p:spPr>
          <a:xfrm>
            <a:off x="304800" y="409825"/>
            <a:ext cx="73152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kern="0" spc="-10" dirty="0">
                <a:solidFill>
                  <a:prstClr val="white"/>
                </a:solidFill>
                <a:latin typeface="Times New Roman"/>
                <a:cs typeface="Times New Roman"/>
              </a:rPr>
              <a:t>G</a:t>
            </a:r>
            <a:r>
              <a:rPr lang="en-IN" sz="4400" kern="0" spc="-10" dirty="0" err="1">
                <a:solidFill>
                  <a:prstClr val="white"/>
                </a:solidFill>
                <a:latin typeface="Times New Roman"/>
                <a:cs typeface="Times New Roman"/>
              </a:rPr>
              <a:t>itHub</a:t>
            </a:r>
            <a:r>
              <a:rPr lang="en-IN" sz="4400" kern="0" spc="-10" dirty="0">
                <a:solidFill>
                  <a:prstClr val="white"/>
                </a:solidFill>
                <a:latin typeface="Times New Roman"/>
                <a:cs typeface="Times New Roman"/>
              </a:rPr>
              <a:t> Dashboard</a:t>
            </a:r>
            <a:endParaRPr lang="en-IN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D9C8A19-771E-6CE7-EB05-707213889871}"/>
              </a:ext>
            </a:extLst>
          </p:cNvPr>
          <p:cNvSpPr txBox="1"/>
          <p:nvPr/>
        </p:nvSpPr>
        <p:spPr>
          <a:xfrm>
            <a:off x="1142359" y="-57956"/>
            <a:ext cx="9401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CODENEST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948A92-D8DD-7B7B-64A8-90EBAEF09C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4040" y="1389651"/>
            <a:ext cx="8503920" cy="46519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F36D9E-E122-3137-F3F1-A53A8008E353}"/>
              </a:ext>
            </a:extLst>
          </p:cNvPr>
          <p:cNvSpPr txBox="1"/>
          <p:nvPr/>
        </p:nvSpPr>
        <p:spPr>
          <a:xfrm>
            <a:off x="533400" y="6078843"/>
            <a:ext cx="95109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 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https://github.com/balaji-510/CSE_2022-2026_Batch-A20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43692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0CAFF-AE1B-FF5D-AD2D-1AE7D9A19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E50AEE-E966-1F94-7850-89D668136DED}"/>
              </a:ext>
            </a:extLst>
          </p:cNvPr>
          <p:cNvSpPr txBox="1"/>
          <p:nvPr/>
        </p:nvSpPr>
        <p:spPr>
          <a:xfrm>
            <a:off x="152400" y="6589714"/>
            <a:ext cx="76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A20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65F503-6185-721A-D941-0592CF1DE4EE}"/>
              </a:ext>
            </a:extLst>
          </p:cNvPr>
          <p:cNvSpPr txBox="1"/>
          <p:nvPr/>
        </p:nvSpPr>
        <p:spPr>
          <a:xfrm>
            <a:off x="914400" y="6577792"/>
            <a:ext cx="5638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EPT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 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OMPUTER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CIENCE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NGINEERING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D763E08-717A-71C8-5B00-0441BE5EA05A}"/>
              </a:ext>
            </a:extLst>
          </p:cNvPr>
          <p:cNvSpPr txBox="1"/>
          <p:nvPr/>
        </p:nvSpPr>
        <p:spPr>
          <a:xfrm>
            <a:off x="6897227" y="6589714"/>
            <a:ext cx="5257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RINIVASA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AMANUJAN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NSTITUTE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IN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</a:t>
            </a:r>
            <a:r>
              <a:rPr lang="en-IN" sz="1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ECHNOLOGY	</a:t>
            </a:r>
            <a:endParaRPr lang="en-IN" sz="1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19066D6-9D2D-16B5-7B19-EF30037673FD}"/>
              </a:ext>
            </a:extLst>
          </p:cNvPr>
          <p:cNvSpPr txBox="1"/>
          <p:nvPr/>
        </p:nvSpPr>
        <p:spPr>
          <a:xfrm>
            <a:off x="11759177" y="6577792"/>
            <a:ext cx="457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IN" sz="16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EF15B1-0938-0911-6948-DE6B630CE488}"/>
              </a:ext>
            </a:extLst>
          </p:cNvPr>
          <p:cNvSpPr txBox="1"/>
          <p:nvPr/>
        </p:nvSpPr>
        <p:spPr>
          <a:xfrm>
            <a:off x="1142359" y="-57956"/>
            <a:ext cx="94016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CODENEST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9A0E337-463E-EEBB-8E19-EB5E19143744}"/>
              </a:ext>
            </a:extLst>
          </p:cNvPr>
          <p:cNvSpPr txBox="1"/>
          <p:nvPr/>
        </p:nvSpPr>
        <p:spPr>
          <a:xfrm>
            <a:off x="2697548" y="2644170"/>
            <a:ext cx="839935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9600" i="1" dirty="0">
                <a:solidFill>
                  <a:srgbClr val="FF6600"/>
                </a:solidFill>
                <a:latin typeface="Times New Roman"/>
                <a:cs typeface="Times New Roman"/>
              </a:rPr>
              <a:t>Any</a:t>
            </a:r>
            <a:r>
              <a:rPr lang="en-IN" sz="9600" i="1" spc="-30" dirty="0">
                <a:solidFill>
                  <a:srgbClr val="FF6600"/>
                </a:solidFill>
                <a:latin typeface="Times New Roman"/>
                <a:cs typeface="Times New Roman"/>
              </a:rPr>
              <a:t> </a:t>
            </a:r>
            <a:r>
              <a:rPr lang="en-IN" sz="9600" i="1" spc="-10" dirty="0">
                <a:solidFill>
                  <a:srgbClr val="FF6600"/>
                </a:solidFill>
                <a:latin typeface="Times New Roman"/>
                <a:cs typeface="Times New Roman"/>
              </a:rPr>
              <a:t>Queries?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20245508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1048</Words>
  <Application>Microsoft Office PowerPoint</Application>
  <PresentationFormat>Widescreen</PresentationFormat>
  <Paragraphs>165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Balaji Gudur</dc:creator>
  <cp:lastModifiedBy>Balaji Gudur</cp:lastModifiedBy>
  <cp:revision>1</cp:revision>
  <dcterms:created xsi:type="dcterms:W3CDTF">2025-12-04T15:14:53Z</dcterms:created>
  <dcterms:modified xsi:type="dcterms:W3CDTF">2025-12-05T05:10:50Z</dcterms:modified>
</cp:coreProperties>
</file>